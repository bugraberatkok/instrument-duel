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7227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54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80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91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36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951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687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606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367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929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161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DADA-4A90-49DF-BDF6-E70E871FDCAA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A71D9-F5D2-44A3-9E62-9A556ED1E8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75633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8CFF4-B3AC-43C2-B431-B7A2FDF7E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66" y="1545695"/>
            <a:ext cx="10295468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FFFF00"/>
                </a:solidFill>
                <a:latin typeface="Next Ups" panose="03000600000000000000" pitchFamily="66" charset="0"/>
              </a:rPr>
              <a:t>INSTTRUMENT DUEL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5BB68A-015D-4FE3-BE24-D85670453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35538"/>
            <a:ext cx="9144000" cy="1126067"/>
          </a:xfrm>
        </p:spPr>
        <p:txBody>
          <a:bodyPr/>
          <a:lstStyle/>
          <a:p>
            <a:r>
              <a:rPr lang="en-US" dirty="0">
                <a:latin typeface="Friday Night Funkin" panose="02000503000000000000" pitchFamily="2" charset="0"/>
              </a:rPr>
              <a:t>A Rhythm Based Clicker Game with Performance Driven Progression</a:t>
            </a:r>
            <a:endParaRPr lang="es-ES" dirty="0">
              <a:latin typeface="Friday Night Funkin" panose="02000503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3A7144-C217-4A86-9549-A94EDA141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903" y="2739495"/>
            <a:ext cx="2723391" cy="368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74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09714-6EFD-4C0F-8C6B-3F507E141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033" y="457200"/>
            <a:ext cx="4485745" cy="1600200"/>
          </a:xfrm>
        </p:spPr>
        <p:txBody>
          <a:bodyPr anchor="ctr">
            <a:normAutofit/>
          </a:bodyPr>
          <a:lstStyle/>
          <a:p>
            <a:r>
              <a:rPr lang="es-ES" sz="3600" dirty="0">
                <a:solidFill>
                  <a:srgbClr val="FFFF00"/>
                </a:solidFill>
                <a:latin typeface="Next Ups" panose="03000600000000000000" pitchFamily="66" charset="0"/>
              </a:rPr>
              <a:t>OVERVIEW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5E784793-7E6F-4073-A8F3-54B31158851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" r="6999"/>
          <a:stretch/>
        </p:blipFill>
        <p:spPr>
          <a:xfrm>
            <a:off x="5325533" y="1635909"/>
            <a:ext cx="6303434" cy="4233079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863052-F215-4B03-894D-E62D0B6A0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riday Night Funkin" panose="02000503000000000000" pitchFamily="2" charset="0"/>
              </a:rPr>
              <a:t>Instrument Duel is a browser based rhythm clicker hybrid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riday Night Funkin" panose="02000503000000000000" pitchFamily="2" charset="0"/>
              </a:rPr>
              <a:t>Combat is replaced by musical performance: play note sequences instead of physical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riday Night Funkin" panose="02000503000000000000" pitchFamily="2" charset="0"/>
              </a:rPr>
              <a:t>Each level is a musical duel against an opponent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riday Night Funkin" panose="02000503000000000000" pitchFamily="2" charset="0"/>
              </a:rPr>
              <a:t>Win by achieving a higher score through better timing, accuracy, and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riday Night Funkin" panose="02000503000000000000" pitchFamily="2" charset="0"/>
              </a:rPr>
              <a:t>Even if you lose, you earn in-game currency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riday Night Funkin" panose="02000503000000000000" pitchFamily="2" charset="0"/>
              </a:rPr>
              <a:t>Core loop blends skill based rhythm gameplay with clicker style progression, where failure still fuels future success</a:t>
            </a:r>
            <a:endParaRPr lang="es-ES" dirty="0">
              <a:latin typeface="Friday Night Funkin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56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3D542-8EA5-4B7F-8700-BC09A023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rgbClr val="FFFF00"/>
                </a:solidFill>
                <a:latin typeface="Next Ups" panose="03000600000000000000" pitchFamily="66" charset="0"/>
              </a:rPr>
              <a:t>STUDIO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8108BB-0BFA-4B76-AB67-D50EF0406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594" y="1690688"/>
            <a:ext cx="5912811" cy="46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0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D25A8-9FA6-45F5-934B-62F8555BB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975" y="457200"/>
            <a:ext cx="3932237" cy="1600200"/>
          </a:xfrm>
        </p:spPr>
        <p:txBody>
          <a:bodyPr anchor="ctr">
            <a:normAutofit/>
          </a:bodyPr>
          <a:lstStyle/>
          <a:p>
            <a:pPr algn="ctr"/>
            <a:r>
              <a:rPr lang="es-ES" sz="3600" dirty="0">
                <a:solidFill>
                  <a:srgbClr val="FFFF00"/>
                </a:solidFill>
                <a:latin typeface="Next Ups" panose="03000600000000000000" pitchFamily="66" charset="0"/>
              </a:rPr>
              <a:t>MARKET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60E8A7D1-75F8-4F9A-9DCA-D9DA390872F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16705" b="6012"/>
          <a:stretch/>
        </p:blipFill>
        <p:spPr>
          <a:xfrm>
            <a:off x="1444095" y="558799"/>
            <a:ext cx="4603165" cy="5941555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387E38-53FD-4226-84CB-46152A1FF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9975" y="2616199"/>
            <a:ext cx="3932237" cy="32543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Spend earned currency after each duel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Buy permanent upgrades that improve future runs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Shop turns failure into progress (you always gain currency)</a:t>
            </a:r>
            <a:endParaRPr lang="es-ES" dirty="0">
              <a:latin typeface="Friday Night Funkin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3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45F20-6BE1-456A-9540-0105198F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76475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s-ES" dirty="0">
                <a:solidFill>
                  <a:srgbClr val="FFFF00"/>
                </a:solidFill>
                <a:latin typeface="Next Ups" panose="03000600000000000000" pitchFamily="66" charset="0"/>
              </a:rPr>
              <a:t>CURRENCY AND UPGRADES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8C66767-CF2E-49FB-82AA-085026BCBFB4}"/>
              </a:ext>
            </a:extLst>
          </p:cNvPr>
          <p:cNvSpPr txBox="1"/>
          <p:nvPr/>
        </p:nvSpPr>
        <p:spPr>
          <a:xfrm>
            <a:off x="2355850" y="2856905"/>
            <a:ext cx="765175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At the end of each duel score  becomes currency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You earn currency even if you lose, so every attempt progresses you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Spend currency in the shop on permanent upgrades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Upgrade examples: timing tolerance, score multipliers, combo stability, hold note bonuses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Player choice: invest based on your weakness (timing, consistency,  risky holds) and shape your playstyle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2525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A5325-B677-41B9-834A-ACC2F7E44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 anchor="ctr">
            <a:normAutofit/>
          </a:bodyPr>
          <a:lstStyle/>
          <a:p>
            <a:pPr algn="ctr"/>
            <a:r>
              <a:rPr lang="es-ES" dirty="0">
                <a:solidFill>
                  <a:srgbClr val="FFFF00"/>
                </a:solidFill>
                <a:latin typeface="Next Ups" panose="03000600000000000000" pitchFamily="66" charset="0"/>
              </a:rPr>
              <a:t>LONG TERM PROGRESSION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6A3C7E8D-0BFC-4748-B097-D4F970C8328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88" b="-4469"/>
          <a:stretch/>
        </p:blipFill>
        <p:spPr>
          <a:xfrm>
            <a:off x="8061532" y="1765300"/>
            <a:ext cx="3290680" cy="48006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A392D7-C4B1-4BA5-B3A3-932B3476A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Upgrades stack permanently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New levels unlock, old ones stay </a:t>
            </a:r>
            <a:r>
              <a:rPr lang="en-US" sz="2400" dirty="0" err="1">
                <a:latin typeface="Friday Night Funkin" panose="02000503000000000000" pitchFamily="2" charset="0"/>
              </a:rPr>
              <a:t>replayable</a:t>
            </a:r>
            <a:endParaRPr lang="en-US" sz="2400" dirty="0">
              <a:latin typeface="Friday Night Funkin" panose="020005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iday Night Funkin" panose="02000503000000000000" pitchFamily="2" charset="0"/>
              </a:rPr>
              <a:t>Gradual empowerment: beat levels that felt impossible before</a:t>
            </a:r>
            <a:endParaRPr lang="es-ES" sz="2400" dirty="0">
              <a:latin typeface="Friday Night Funkin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73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865D5-0E84-4A71-9D36-80C8F7E7D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600200"/>
          </a:xfrm>
        </p:spPr>
        <p:txBody>
          <a:bodyPr anchor="ctr">
            <a:normAutofit/>
          </a:bodyPr>
          <a:lstStyle/>
          <a:p>
            <a:r>
              <a:rPr lang="es-ES" sz="4000" dirty="0">
                <a:solidFill>
                  <a:srgbClr val="FFFF00"/>
                </a:solidFill>
                <a:latin typeface="Next Ups" panose="03000600000000000000" pitchFamily="66" charset="0"/>
              </a:rPr>
              <a:t>LONG TERM UPDATES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21B3A5-7D90-404F-81E9-F980E70DA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512424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 err="1">
                <a:latin typeface="Friday Night Funkin" panose="02000503000000000000" pitchFamily="2" charset="0"/>
              </a:rPr>
              <a:t>Changing</a:t>
            </a:r>
            <a:r>
              <a:rPr lang="es-ES" sz="2800" dirty="0">
                <a:latin typeface="Friday Night Funkin" panose="02000503000000000000" pitchFamily="2" charset="0"/>
              </a:rPr>
              <a:t> </a:t>
            </a:r>
            <a:r>
              <a:rPr lang="es-ES" sz="2800" dirty="0" err="1">
                <a:latin typeface="Friday Night Funkin" panose="02000503000000000000" pitchFamily="2" charset="0"/>
              </a:rPr>
              <a:t>duels</a:t>
            </a:r>
            <a:r>
              <a:rPr lang="es-ES" sz="2800" dirty="0">
                <a:latin typeface="Friday Night Funkin" panose="02000503000000000000" pitchFamily="2" charset="0"/>
              </a:rPr>
              <a:t> </a:t>
            </a:r>
            <a:r>
              <a:rPr lang="es-ES" sz="2800" dirty="0" err="1">
                <a:latin typeface="Friday Night Funkin" panose="02000503000000000000" pitchFamily="2" charset="0"/>
              </a:rPr>
              <a:t>format</a:t>
            </a:r>
            <a:endParaRPr lang="es-ES" sz="2800" dirty="0">
              <a:latin typeface="Friday Night Funkin" panose="020005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 err="1">
                <a:latin typeface="Friday Night Funkin" panose="02000503000000000000" pitchFamily="2" charset="0"/>
              </a:rPr>
              <a:t>Adding</a:t>
            </a:r>
            <a:r>
              <a:rPr lang="es-ES" sz="2800" dirty="0">
                <a:latin typeface="Friday Night Funkin" panose="02000503000000000000" pitchFamily="2" charset="0"/>
              </a:rPr>
              <a:t> </a:t>
            </a:r>
            <a:r>
              <a:rPr lang="es-ES" sz="2800" dirty="0" err="1">
                <a:latin typeface="Friday Night Funkin" panose="02000503000000000000" pitchFamily="2" charset="0"/>
              </a:rPr>
              <a:t>difficulties</a:t>
            </a:r>
            <a:r>
              <a:rPr lang="es-ES" sz="2800" dirty="0">
                <a:latin typeface="Friday Night Funkin" panose="02000503000000000000" pitchFamily="2" charset="0"/>
              </a:rPr>
              <a:t> </a:t>
            </a:r>
            <a:r>
              <a:rPr lang="es-ES" sz="2800" dirty="0" err="1">
                <a:latin typeface="Friday Night Funkin" panose="02000503000000000000" pitchFamily="2" charset="0"/>
              </a:rPr>
              <a:t>to</a:t>
            </a:r>
            <a:r>
              <a:rPr lang="es-ES" sz="2800" dirty="0">
                <a:latin typeface="Friday Night Funkin" panose="02000503000000000000" pitchFamily="2" charset="0"/>
              </a:rPr>
              <a:t> </a:t>
            </a:r>
            <a:r>
              <a:rPr lang="es-ES" sz="2800" dirty="0" err="1">
                <a:latin typeface="Friday Night Funkin" panose="02000503000000000000" pitchFamily="2" charset="0"/>
              </a:rPr>
              <a:t>each</a:t>
            </a:r>
            <a:r>
              <a:rPr lang="es-ES" sz="2800" dirty="0">
                <a:latin typeface="Friday Night Funkin" panose="02000503000000000000" pitchFamily="2" charset="0"/>
              </a:rPr>
              <a:t> </a:t>
            </a:r>
            <a:r>
              <a:rPr lang="es-ES" sz="2800" dirty="0" err="1">
                <a:latin typeface="Friday Night Funkin" panose="02000503000000000000" pitchFamily="2" charset="0"/>
              </a:rPr>
              <a:t>level</a:t>
            </a:r>
            <a:endParaRPr lang="es-ES" sz="2800" dirty="0">
              <a:latin typeface="Friday Night Funkin" panose="020005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 err="1">
                <a:latin typeface="Friday Night Funkin" panose="02000503000000000000" pitchFamily="2" charset="0"/>
              </a:rPr>
              <a:t>Designing</a:t>
            </a:r>
            <a:r>
              <a:rPr lang="es-ES" sz="2800" dirty="0">
                <a:latin typeface="Friday Night Funkin" panose="02000503000000000000" pitchFamily="2" charset="0"/>
              </a:rPr>
              <a:t> more </a:t>
            </a:r>
            <a:r>
              <a:rPr lang="es-ES" sz="2800" dirty="0" err="1">
                <a:latin typeface="Friday Night Funkin" panose="02000503000000000000" pitchFamily="2" charset="0"/>
              </a:rPr>
              <a:t>characters</a:t>
            </a:r>
            <a:endParaRPr lang="es-ES" sz="2800" dirty="0">
              <a:latin typeface="Friday Night Funkin" panose="020005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 err="1">
                <a:latin typeface="Friday Night Funkin" panose="02000503000000000000" pitchFamily="2" charset="0"/>
              </a:rPr>
              <a:t>Using</a:t>
            </a:r>
            <a:r>
              <a:rPr lang="es-ES" sz="2800" dirty="0">
                <a:latin typeface="Friday Night Funkin" panose="02000503000000000000" pitchFamily="2" charset="0"/>
              </a:rPr>
              <a:t> </a:t>
            </a:r>
            <a:r>
              <a:rPr lang="es-ES" sz="2800" dirty="0" err="1">
                <a:latin typeface="Friday Night Funkin" panose="02000503000000000000" pitchFamily="2" charset="0"/>
              </a:rPr>
              <a:t>our</a:t>
            </a:r>
            <a:r>
              <a:rPr lang="es-ES" sz="2800" dirty="0">
                <a:latin typeface="Friday Night Funkin" panose="02000503000000000000" pitchFamily="2" charset="0"/>
              </a:rPr>
              <a:t> </a:t>
            </a:r>
            <a:r>
              <a:rPr lang="es-ES" sz="2800" dirty="0" err="1">
                <a:latin typeface="Friday Night Funkin" panose="02000503000000000000" pitchFamily="2" charset="0"/>
              </a:rPr>
              <a:t>own</a:t>
            </a:r>
            <a:r>
              <a:rPr lang="es-ES" sz="2800" dirty="0">
                <a:latin typeface="Friday Night Funkin" panose="02000503000000000000" pitchFamily="2" charset="0"/>
              </a:rPr>
              <a:t> </a:t>
            </a:r>
            <a:r>
              <a:rPr lang="es-ES" sz="2800" dirty="0" err="1">
                <a:latin typeface="Friday Night Funkin" panose="02000503000000000000" pitchFamily="2" charset="0"/>
              </a:rPr>
              <a:t>beats</a:t>
            </a:r>
            <a:endParaRPr lang="es-ES" sz="2800" dirty="0">
              <a:latin typeface="Friday Night Funkin" panose="020005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latin typeface="Friday Night Funkin" panose="02000503000000000000" pitchFamily="2" charset="0"/>
              </a:rPr>
              <a:t>More </a:t>
            </a:r>
            <a:r>
              <a:rPr lang="es-ES" sz="2800" dirty="0" err="1">
                <a:latin typeface="Friday Night Funkin" panose="02000503000000000000" pitchFamily="2" charset="0"/>
              </a:rPr>
              <a:t>levels</a:t>
            </a:r>
            <a:r>
              <a:rPr lang="es-ES" sz="2800" dirty="0">
                <a:latin typeface="Friday Night Funkin" panose="02000503000000000000" pitchFamily="2" charset="0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latin typeface="Friday Night Funkin" panose="02000503000000000000" pitchFamily="2" charset="0"/>
              </a:rPr>
              <a:t>More </a:t>
            </a:r>
            <a:r>
              <a:rPr lang="es-ES" sz="2800" dirty="0" err="1">
                <a:latin typeface="Friday Night Funkin" panose="02000503000000000000" pitchFamily="2" charset="0"/>
              </a:rPr>
              <a:t>upgrades</a:t>
            </a:r>
            <a:r>
              <a:rPr lang="es-ES" sz="2800" dirty="0">
                <a:latin typeface="Friday Night Funkin" panose="02000503000000000000" pitchFamily="2" charset="0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 err="1">
                <a:latin typeface="Friday Night Funkin" panose="02000503000000000000" pitchFamily="2" charset="0"/>
              </a:rPr>
              <a:t>Bosses</a:t>
            </a:r>
            <a:r>
              <a:rPr lang="es-ES" sz="2800" dirty="0">
                <a:latin typeface="Friday Night Funkin" panose="02000503000000000000" pitchFamily="2" charset="0"/>
              </a:rPr>
              <a:t>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BDECAFA-1ACF-4CA5-8368-084881AC2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095" y="3062288"/>
            <a:ext cx="5273330" cy="267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42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85DFD-9C58-49CE-9DF3-9CBD540AE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656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FFFF00"/>
                </a:solidFill>
                <a:latin typeface="Next Ups" panose="03000600000000000000" pitchFamily="66" charset="0"/>
              </a:rPr>
              <a:t>THANKS FOR LISTENING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771C67-AF5A-41E6-BF4C-394DA8ADF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72" y="3429000"/>
            <a:ext cx="5676855" cy="309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6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232</Words>
  <Application>Microsoft Office PowerPoint</Application>
  <PresentationFormat>Panorámica</PresentationFormat>
  <Paragraphs>33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Friday Night Funkin</vt:lpstr>
      <vt:lpstr>Next Ups</vt:lpstr>
      <vt:lpstr>Office Theme</vt:lpstr>
      <vt:lpstr>INSTTRUMENT DUEL</vt:lpstr>
      <vt:lpstr>OVERVIEW</vt:lpstr>
      <vt:lpstr>STUDIO</vt:lpstr>
      <vt:lpstr>MARKET</vt:lpstr>
      <vt:lpstr>CURRENCY AND UPGRADES</vt:lpstr>
      <vt:lpstr>LONG TERM PROGRESSION</vt:lpstr>
      <vt:lpstr>LONG TERM UPDATES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INSTTRUMENT DUEL</dc:title>
  <dc:creator>SERGIO BENITO BELTRÁN</dc:creator>
  <cp:lastModifiedBy>SERGIO BENITO BELTRÁN</cp:lastModifiedBy>
  <cp:revision>7</cp:revision>
  <dcterms:created xsi:type="dcterms:W3CDTF">2026-01-19T12:48:19Z</dcterms:created>
  <dcterms:modified xsi:type="dcterms:W3CDTF">2026-01-19T14:08:42Z</dcterms:modified>
</cp:coreProperties>
</file>